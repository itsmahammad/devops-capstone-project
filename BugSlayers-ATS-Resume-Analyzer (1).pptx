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Inter" panose="020B0604020202020204" charset="0"/>
      <p:regular r:id="rId13"/>
    </p:embeddedFont>
    <p:embeddedFont>
      <p:font typeface="Inter 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4604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bugslayers-app.duckdns.org/" TargetMode="Externa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ugslayers-app.duckdns.org/" TargetMode="Externa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3420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BugSlayers — ATS Resume Analyzer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00461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AI-powered Resume Analysis Platform · Cloud-native DevOps Transformation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679204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Helping job seekers improve their resumes before they reach recruiters — scored, analyzed, and optimized for real Applicant Tracking Systems.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496667"/>
            <a:ext cx="1541622" cy="19270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39331" y="3496667"/>
            <a:ext cx="35383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2439331" y="3905349"/>
            <a:ext cx="353835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Mahammad Mammadov • Polad Aliyev • Farida Babayeva • Fidail Valiyev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915" y="3496667"/>
            <a:ext cx="1541722" cy="192712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91870" y="3496667"/>
            <a:ext cx="35383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Website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7991870" y="3905349"/>
            <a:ext cx="353835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u="sng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bugslayers-app.duckdns.org</a:t>
            </a:r>
            <a:endParaRPr lang="en-US" sz="14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571331D-7F2B-5728-6D04-8EACEEEAF0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1050" y="6407185"/>
            <a:ext cx="1790950" cy="3810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4724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Hiring Problem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15914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applications are filtered by Applicant Tracking Systems before a human ever sees them. Qualified candidates are frequently rejected due to formatting, missing keywords, or parsing errors.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168650"/>
            <a:ext cx="4070744" cy="23067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199726" y="2922389"/>
            <a:ext cx="6336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it matters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199726" y="3406676"/>
            <a:ext cx="6336745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Resumes get rejected for structural or keyword mismatches.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Candidates lack visibility into ATS evaluation before applying.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formatting issues create big hiring friction.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199726" y="4658717"/>
            <a:ext cx="6336745" cy="1039416"/>
          </a:xfrm>
          <a:prstGeom prst="roundRect">
            <a:avLst>
              <a:gd name="adj" fmla="val 7638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8733" y="4945459"/>
            <a:ext cx="236234" cy="1890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13974" y="4876006"/>
            <a:ext cx="5533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mission: Make resume evaluation transparent and actionable before submission.</a:t>
            </a:r>
            <a:endParaRPr lang="en-US" sz="14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153C78-F715-31C9-CB36-EC946C255A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1050" y="6407185"/>
            <a:ext cx="1790950" cy="3810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134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Meet ATS Resume Analyzer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3001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AI-driven feedback that transforms a resume from a black box into clear, actionable improvements.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45060"/>
            <a:ext cx="1117572" cy="1397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4178300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Score &amp; Insights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586982"/>
            <a:ext cx="25399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ATS Compatibility Score plus prioritized, explainable suggestions.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545060"/>
            <a:ext cx="1117572" cy="1397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37645" y="4178300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25+ Industries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3437645" y="4586982"/>
            <a:ext cx="25400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Industry-specific rules and keyword matching across 25+ fields for targeted feedback.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545060"/>
            <a:ext cx="1117572" cy="1397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13915" y="4178300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Robust Parsing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6213915" y="4586982"/>
            <a:ext cx="25400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DOCX/PDF first; OCR fallback for scanned resumes ensures no candidate is left behind.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545060"/>
            <a:ext cx="1117572" cy="1397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90184" y="4178300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Professional Report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8990184" y="4586982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Exportable PDF report with prioritized fixes — ready to act on before applying.</a:t>
            </a:r>
            <a:endParaRPr lang="en-US" sz="14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AD307EA-02CE-6D62-BFAC-2E857A0673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1050" y="6407185"/>
            <a:ext cx="1790950" cy="3810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43103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DevOps?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30514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"Building an intelligent application solved one problem. Making it reliable, scalable and production-ready solved another."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3122613"/>
            <a:ext cx="3053877" cy="2304355"/>
          </a:xfrm>
          <a:prstGeom prst="roundRect">
            <a:avLst>
              <a:gd name="adj" fmla="val 344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6832" y="3317974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Before — Fragile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3726656"/>
            <a:ext cx="2663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deployments, ad-hoc infra, no CI/CD, and high operational risk.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904359" y="3122613"/>
            <a:ext cx="3053976" cy="2304355"/>
          </a:xfrm>
          <a:prstGeom prst="roundRect">
            <a:avLst>
              <a:gd name="adj" fmla="val 344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099715" y="3317974"/>
            <a:ext cx="266326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After — Production-ready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099715" y="4021931"/>
            <a:ext cx="26632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pipelines, infrastructure as code, monitoring, security and scalable clusters.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DB9CA83-3816-559B-01E7-DC0E07235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4381" y="0"/>
            <a:ext cx="1063890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1306" y="3829917"/>
            <a:ext cx="4453733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Cloud Architecture</a:t>
            </a:r>
            <a:endParaRPr lang="en-US" sz="3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93651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CI/CD Pipeline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661475" y="1500485"/>
            <a:ext cx="629686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Automated, auditable paths from developer laptop to production with clear separations for frontend and backend.</a:t>
            </a:r>
            <a:endParaRPr lang="en-US" sz="1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824" y="3617119"/>
            <a:ext cx="2225222" cy="95954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7605" y="4394698"/>
            <a:ext cx="504803" cy="63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Container Image</a:t>
            </a:r>
            <a:endParaRPr lang="en-US" sz="350" dirty="0"/>
          </a:p>
        </p:txBody>
      </p:sp>
      <p:sp>
        <p:nvSpPr>
          <p:cNvPr id="7" name="Text 3"/>
          <p:cNvSpPr/>
          <p:nvPr/>
        </p:nvSpPr>
        <p:spPr>
          <a:xfrm>
            <a:off x="1007605" y="4172579"/>
            <a:ext cx="504803" cy="63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 &amp; Test</a:t>
            </a:r>
            <a:endParaRPr lang="en-US" sz="350" dirty="0"/>
          </a:p>
        </p:txBody>
      </p:sp>
      <p:sp>
        <p:nvSpPr>
          <p:cNvPr id="8" name="Text 4"/>
          <p:cNvSpPr/>
          <p:nvPr/>
        </p:nvSpPr>
        <p:spPr>
          <a:xfrm>
            <a:off x="1007605" y="3952703"/>
            <a:ext cx="504803" cy="63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GitHub</a:t>
            </a:r>
            <a:endParaRPr lang="en-US" sz="350" dirty="0"/>
          </a:p>
        </p:txBody>
      </p:sp>
      <p:sp>
        <p:nvSpPr>
          <p:cNvPr id="9" name="Text 5"/>
          <p:cNvSpPr/>
          <p:nvPr/>
        </p:nvSpPr>
        <p:spPr>
          <a:xfrm>
            <a:off x="1007605" y="3730584"/>
            <a:ext cx="504803" cy="63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Developer</a:t>
            </a:r>
            <a:endParaRPr lang="en-US" sz="350" dirty="0"/>
          </a:p>
        </p:txBody>
      </p:sp>
      <p:sp>
        <p:nvSpPr>
          <p:cNvPr id="10" name="Shape 6"/>
          <p:cNvSpPr/>
          <p:nvPr/>
        </p:nvSpPr>
        <p:spPr>
          <a:xfrm>
            <a:off x="3677749" y="2283123"/>
            <a:ext cx="3286837" cy="2268736"/>
          </a:xfrm>
          <a:prstGeom prst="roundRect">
            <a:avLst>
              <a:gd name="adj" fmla="val 2974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3857429" y="2462808"/>
            <a:ext cx="292747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Practices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3857429" y="2850356"/>
            <a:ext cx="2927475" cy="1521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frontend &amp; backend pipelines for independent releases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 as Code (Terraform) for reproducible environments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Rolling updates &amp; immutable images to reduce deployment risk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677749" y="4688384"/>
            <a:ext cx="3286837" cy="1222375"/>
          </a:xfrm>
          <a:prstGeom prst="roundRect">
            <a:avLst>
              <a:gd name="adj" fmla="val 5520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3857429" y="4868069"/>
            <a:ext cx="292747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Value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3857429" y="5255617"/>
            <a:ext cx="292747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Faster, safer releases with clear rollback paths and traceable builds.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6195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Security &amp; Reliability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728490"/>
            <a:ext cx="1147833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technology choice supports a specific operational risk or trust requirement — we start with the why, then the how.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00473"/>
            <a:ext cx="448854" cy="4488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862560"/>
            <a:ext cx="348070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HTTPS (DuckDNS + TLS)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61475" y="3245346"/>
            <a:ext cx="348070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Protects user data in transit so applicants can upload resumes securely.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5396" y="2200473"/>
            <a:ext cx="448854" cy="44886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55396" y="2862560"/>
            <a:ext cx="348080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Azure Key Vault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4355396" y="3245346"/>
            <a:ext cx="3480804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secret management reduces leakage risk and simplifies rotation.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49416" y="2200473"/>
            <a:ext cx="448854" cy="44886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49416" y="2862560"/>
            <a:ext cx="348080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Private Azure SQL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8049416" y="3245346"/>
            <a:ext cx="3480804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Isolated storage for sensitive candidate data with RBAC and network controls.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46649"/>
            <a:ext cx="448854" cy="44886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1475" y="4808736"/>
            <a:ext cx="348070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AKS + HPA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661475" y="5191522"/>
            <a:ext cx="3480705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Horizontal scaling and rolling updates keep the service responsive and available under load.</a:t>
            </a:r>
            <a:endParaRPr lang="en-US" sz="14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55396" y="4146649"/>
            <a:ext cx="448854" cy="44886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355396" y="4808736"/>
            <a:ext cx="348080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Health Checks &amp; RBAC</a:t>
            </a:r>
            <a:endParaRPr lang="en-US" sz="1750" dirty="0"/>
          </a:p>
        </p:txBody>
      </p:sp>
      <p:sp>
        <p:nvSpPr>
          <p:cNvPr id="18" name="Text 11"/>
          <p:cNvSpPr/>
          <p:nvPr/>
        </p:nvSpPr>
        <p:spPr>
          <a:xfrm>
            <a:off x="4355396" y="5191522"/>
            <a:ext cx="3480804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probes and role-based access reduce downtime and limit blast radius.</a:t>
            </a:r>
            <a:endParaRPr lang="en-US" sz="14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CBC2029-3E30-BF54-7D20-6552EF64F7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01050" y="6407185"/>
            <a:ext cx="1790950" cy="3810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3301"/>
            <a:ext cx="10868745" cy="523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Monitoring &amp; Operations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53344"/>
            <a:ext cx="10868745" cy="505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 turned from an afterthought into an operational advantage — observability drives confident releases and fast incident response.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192338"/>
            <a:ext cx="376724" cy="376734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86527" y="2249884"/>
            <a:ext cx="3013396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we measure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6527" y="2659856"/>
            <a:ext cx="3013396" cy="1366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health &amp; latency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 metrics: CPU, memory, pod counts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traces: parsing success, OCR rates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1475" y="4323358"/>
            <a:ext cx="376724" cy="376734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86527" y="4380905"/>
            <a:ext cx="3013396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Tools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6527" y="4790877"/>
            <a:ext cx="3013396" cy="1366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Prometheus for metrics collection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Grafana dashboards for SRE visibility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testing and alerting for performance guardrails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913" y="2410023"/>
            <a:ext cx="6229393" cy="35300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F23505-DE73-A56D-6726-D65429354F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050" y="6407185"/>
            <a:ext cx="1790950" cy="3810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89372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Impact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61475" y="1343223"/>
            <a:ext cx="629686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a local prototype to a production-ready platform delivering measurable value to job seekers and hiring ecosystems.</a:t>
            </a:r>
            <a:endParaRPr lang="en-US" sz="1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914624"/>
            <a:ext cx="3087908" cy="17369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31730" y="2519462"/>
            <a:ext cx="274739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831730" y="2828230"/>
            <a:ext cx="2747398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Resume Analysis with OCR fallback, industry-aware scoring, and exportable PDF reports.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0327" y="1914624"/>
            <a:ext cx="3088007" cy="173692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040583" y="2519462"/>
            <a:ext cx="274749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Platform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4040583" y="2828230"/>
            <a:ext cx="2747497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deployment on AKS, automated CI/CD, infrastructure as code, separate pipelines.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772495"/>
            <a:ext cx="6296860" cy="151923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31730" y="4377333"/>
            <a:ext cx="595634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Operational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831730" y="4686102"/>
            <a:ext cx="5956349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Monitoring, secrets management, HTTPS, rolling updates, and horizontal scaling for reliability.</a:t>
            </a:r>
            <a:endParaRPr lang="en-US" sz="1150" dirty="0"/>
          </a:p>
        </p:txBody>
      </p:sp>
      <p:sp>
        <p:nvSpPr>
          <p:cNvPr id="14" name="Shape 8"/>
          <p:cNvSpPr/>
          <p:nvPr/>
        </p:nvSpPr>
        <p:spPr>
          <a:xfrm>
            <a:off x="661475" y="5427762"/>
            <a:ext cx="6296860" cy="740767"/>
          </a:xfrm>
          <a:prstGeom prst="roundRect">
            <a:avLst>
              <a:gd name="adj" fmla="val 8574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680" y="5630466"/>
            <a:ext cx="189007" cy="15120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52893" y="5586512"/>
            <a:ext cx="5654236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application evolved from local code into a secure, scalable service ready for real users and real hiring workflows.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863798"/>
            <a:ext cx="629686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Lessons Learned &amp; Next Steps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5233360" y="1625005"/>
            <a:ext cx="170057" cy="1892598"/>
          </a:xfrm>
          <a:prstGeom prst="roundRect">
            <a:avLst>
              <a:gd name="adj" fmla="val 4201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556508" y="1795066"/>
            <a:ext cx="597371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Lessons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5556508" y="2152551"/>
            <a:ext cx="5973712" cy="1194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 alone isn't enough — packaging and ops matter.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 saves time and reduces human error.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 prevents small issues from becoming outages.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Reproducible infrastructure enables confident scale.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8446" y="3670697"/>
            <a:ext cx="170057" cy="1892598"/>
          </a:xfrm>
          <a:prstGeom prst="roundRect">
            <a:avLst>
              <a:gd name="adj" fmla="val 4201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811593" y="3840758"/>
            <a:ext cx="571862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Planned Improvements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5811593" y="4198243"/>
            <a:ext cx="5718627" cy="1194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Telegram notifications for critical alerts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model telemetry &amp; metrics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Canary deployments for safer rollouts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optimization and AI model refinements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28568" y="5735538"/>
            <a:ext cx="6906444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 — Questions?</a:t>
            </a:r>
            <a:endParaRPr lang="en-US" sz="13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409DA7-001E-80E7-82CB-77B8FEC9C8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050" y="6407185"/>
            <a:ext cx="1790950" cy="381053"/>
          </a:xfrm>
          <a:prstGeom prst="rect">
            <a:avLst/>
          </a:prstGeom>
        </p:spPr>
      </p:pic>
      <p:sp>
        <p:nvSpPr>
          <p:cNvPr id="14" name="Text 6">
            <a:extLst>
              <a:ext uri="{FF2B5EF4-FFF2-40B4-BE49-F238E27FC236}">
                <a16:creationId xmlns:a16="http://schemas.microsoft.com/office/drawing/2014/main" id="{0008817A-58BE-82C6-8DDB-784EDEB9ECEB}"/>
              </a:ext>
            </a:extLst>
          </p:cNvPr>
          <p:cNvSpPr/>
          <p:nvPr/>
        </p:nvSpPr>
        <p:spPr>
          <a:xfrm>
            <a:off x="912060" y="3045123"/>
            <a:ext cx="353835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u="sng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bugslayers-app.duckdns.org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4950BC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683</Words>
  <Application>Microsoft Office PowerPoint</Application>
  <PresentationFormat>Widescreen</PresentationFormat>
  <Paragraphs>97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Inter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Mahammad</dc:creator>
  <cp:lastModifiedBy>3m3ehd m</cp:lastModifiedBy>
  <cp:revision>3</cp:revision>
  <dcterms:created xsi:type="dcterms:W3CDTF">2026-07-15T18:59:26Z</dcterms:created>
  <dcterms:modified xsi:type="dcterms:W3CDTF">2026-07-15T19:03:14Z</dcterms:modified>
</cp:coreProperties>
</file>